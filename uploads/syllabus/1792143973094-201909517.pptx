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56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Database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Migrasi Database Terakhir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</a:t>
            </a:r>
            <a:r>
              <a:rPr lang="en-US" sz="17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YANDU NextGen (ASABRI)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DBA ASABRI — Taskforce SOT  ·  Database YANDU-NEXTGEN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Eksekutif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± 3 minggu, tim DBA menjalankan dua pekerjaan paralel: membangun tata kelola/alat verifikasi desain database, dan mengeksekusi perubahan skema nyata di database YANDU-NEXTGEN berdasarkan kebutuhan modul &amp; keputusan migrasi.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&amp; Governance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8986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&amp; mengoperasikan SOT Commander — alat AI untuk verifikasi ERD, klasifikasi ETL/STL, dan register isu migrasi (K-case).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67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Skema Nyata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873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DDL (tabel, kolom, FK baru) di DB YANDU-NEXTGEN berdasarkan usulan tim developer &amp; keputusan K-case.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15087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2F3F8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06640" y="161848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377→383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dbo (schema)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2640" y="15087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2F3F8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92640" y="161848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A4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baru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32461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2F3F8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06640" y="335584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K-case ditutup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(periode ini)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92640" y="324612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2F3F8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692640" y="335584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A4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76,5 jt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histori Dapem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dimigrasikan (K-52)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5074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17 September – 9 Oktober 2026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 &amp; Alur Kerja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Jody Aryono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Koordinator teknis DBA, pembangun &amp; operator SOT Commander, penutup resmi K-case.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33472"/>
            <a:ext cx="82296" cy="914400"/>
          </a:xfrm>
          <a:prstGeom prst="rect">
            <a:avLst/>
          </a:prstGeom>
          <a:solidFill>
            <a:srgbClr val="3A4A9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7249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Nugi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Rekan DBA — pelaksana teknis perubahan ERD/DDL bersama Pak Jody (mis. K-29).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12464"/>
            <a:ext cx="82296" cy="914400"/>
          </a:xfrm>
          <a:prstGeom prst="rect">
            <a:avLst/>
          </a:prstGeom>
          <a:solidFill>
            <a:srgbClr val="8A94B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803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YANDU NextGen / Mitreka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096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Mengajukan usulan DDL tertulis &amp; menyampaikan keputusan ASABRI.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9145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791456"/>
            <a:ext cx="82296" cy="914400"/>
          </a:xfrm>
          <a:prstGeom prst="rect">
            <a:avLst/>
          </a:prstGeom>
          <a:solidFill>
            <a:srgbClr val="E866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882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 Commander (AI)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75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struktur ERD, query SELECT read-only, menilai penutupan K-case.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STANDAR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1097280" cy="1554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304288"/>
            <a:ext cx="950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DDL tertulis</a:t>
            </a:r>
            <a:endParaRPr lang="en-US" sz="8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 developer)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4688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0" y="1965960"/>
            <a:ext cx="1097280" cy="1554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45552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45552" y="2304288"/>
            <a:ext cx="950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verifikasi</a:t>
            </a:r>
            <a:endParaRPr lang="en-US" sz="8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 Taskforce + SOT Commander)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24688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0" y="1965960"/>
            <a:ext cx="1097280" cy="1554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17152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217152" y="2304288"/>
            <a:ext cx="950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DDL</a:t>
            </a:r>
            <a:endParaRPr lang="en-US" sz="8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(Pak Jody &amp; Pak Nugi)</a:t>
            </a:r>
            <a:endParaRPr lang="en-US" sz="83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24688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15600" y="1965960"/>
            <a:ext cx="1097280" cy="15544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88752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588752" y="2304288"/>
            <a:ext cx="950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Tercatat otomatis</a:t>
            </a:r>
            <a:endParaRPr lang="en-US" sz="8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(db-sync-check → CHANGELOG.md)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400800" y="37490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2F3F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7512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42976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db-sync-check berjalan read-only terhadap database — ia hanya membaca dan mencatat perubahan skema yang sudah terjadi, tidak pernah menjalankan DDL. Ini menjadi sumber verifikasi independen atas pekerjaan DBA: setiap tabel/kolom/FK baru yang disepakati di WhatsApp &amp; SOT Commander akhirnya harus muncul di CHANGELOG.md sebagai bukti teknis bahwa perubahan benar-benar terjadi di database.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DESAIN DB · BAGIAN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ETL vs STL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dasar (dirujuk ulang 28 Sep 2026, berdasar diskusi teknis 30 Juni 2026) menentukan tabel mana yang dilebur ke YANDU NextGen, dan mana yang tetap di aplikasi satelit masing-masing.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866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DILEBUR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&amp; objek yang dipakai bersama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dimigrasikan penuh ke database YANDU-NEXTGEN.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tabel satelit yang datanya juga dibaca/ditulis YANDU (peserta, pembayaran, mitra bayar).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AP3_MAS_FLGBYR di ASABRI_PESERTA (sumber data terpakai).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yang dilebur ke aplikasi baru (mis. JKK Perawatan) otomatis wajib ETL.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2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468880"/>
            <a:ext cx="3090672" cy="292608"/>
          </a:xfrm>
          <a:prstGeom prst="roundRect">
            <a:avLst>
              <a:gd name="adj" fmla="val 50000"/>
            </a:avLst>
          </a:prstGeom>
          <a:solidFill>
            <a:srgbClr val="3A4A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4688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— TETAP DI SATELIT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26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satelit (AP3, ASMOB, SIPP, Perawatan, dll.)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7472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dilebur — tetap pakai database masing-masing.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Terhubung ke YANDU NextGen lewat API, bukan migrasi langsung.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Ditandai dengan drag-drop label “DB Satelit” di SOT Commander.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AP3_MAS_APPMNU (konfigurasi menu satelit) — tidak perlu ETL.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DESAIN DB · BAGIAN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K-case &amp; Kepatuhan Privasi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ISU MIGRASI (“K-CASE”)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kendala pemetaan data lama → baru dicatat sebagai kasus bernomor (K-15, K-19 … K-71+). Penutupan resmi hanya lewat perintah /pernyataan K-xx &lt;keputusan ASABRI&gt; yang diketik admin (Pak Jody) di SOT Commander.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8A94B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3160" y="2743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3A4A9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2316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2743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 akan “menantang” (challenge) pernyataan yang belum menjawab semua concern teknis sebelum status berubah CONFIRMED.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691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PRIVASI DATA — UU PDP 27/2022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4884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✓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tidak punya akses login/koneksi langsung ke database.</a:t>
            </a:r>
            <a:endParaRPr lang="en-US" sz="108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✓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yang berjalan hanya SELECT — INSERT/UPDATE/DELETE/DROP/ALTER/EXEC ditolak otomatis.</a:t>
            </a:r>
            <a:endParaRPr lang="en-US" sz="108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✓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maksimum 10 baris, timeout 60 detik, transaksi selalu di-rollback.</a:t>
            </a:r>
            <a:endParaRPr lang="en-US" sz="108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✓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identitas (nama, NIK, NRP/NIP, KTPA, no. pensiun, rekening, telepon, alamat, tgl lahir) disamarkan penuh sebelum dikirim ke LLM.</a:t>
            </a:r>
            <a:endParaRPr lang="en-US" sz="108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✓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per-orang disamarkan; rekap agregat (mis. jumlah per cabang) tetap tampil karena tidak menunjuk individu.</a:t>
            </a:r>
            <a:endParaRPr lang="en-US" sz="108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✓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asli tetap utuh di database — tidak ada yang diubah/dihapus untuk keperluan tampilan AI.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OKTOBER 2026 · BAGIAN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Linimasa Migrasi Database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247120" cy="42062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Skema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Konteks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Okt, 00:50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kolom pada mst_instansi, mst_satker; + participant_status_transfer (9 kolom); + registration_request.is_alih_status; +3 FK; +2 tabel staging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Alih Status peserta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Okt, 03:41 &amp; 12:19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mst_branch: alamat, geo lat/long, data Plt/Pjs/Plh, kop surat (19+ kolom); + sec_user_scope.satker_id + FK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Cabang (geo &amp; pejabat Plt); scoping akses per satker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Okt, 09:45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tabel baru mst_fund_type_instansi (relasi Jenis Dana ↔ UNOR, 24 baris seed) + 2 FK; + 14 kolom legacy-mapping customer_request_product; + kolom *_idents pada 4 tabel master wilayah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Penagihan Iuran Kemenkeu; penutupan K-29 (master wilayah)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OKTOBER 2026 · BAGIAN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Linimasa Migrasi Database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247120" cy="37490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Perubahan Skema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Konteks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Okt, 02:16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tabel staging dapem20_* (kendali, peta_akun, peta_peserta)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Pembentukan DAPEM &amp; NON DAPEM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Okt, 03:45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tabel baru mst_pension_year, mst_salary_year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Referensi Peserta › Tahun Gaji/Penspok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Okt, 06:45 &amp; 14:20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kolom +2 FK pada akt_benefit_program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Manfaat Program Aktuaria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Okt, 07:38 &amp; 10:31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kolom PKS mst_payment_partner; + tabel baru mst_provider_ownership; +11 kolom +3 FK provider_master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Mitra Bayar PKS &amp; Rumah Sakit PKS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Okt, 16:33 (mig_log 3043)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requirement_master.jpr_referensi, .jpr_pdjid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Penutupan K-27 (Kategori Jenis Persyaratan)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5486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tabel baru di dbo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5486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 Foreign Key baru</a:t>
            </a:r>
            <a:endParaRPr lang="en-US" sz="1300" dirty="0"/>
          </a:p>
        </p:txBody>
      </p:sp>
      <p:sp>
        <p:nvSpPr>
          <p:cNvPr id="4" name="Text 5"/>
          <p:cNvSpPr txBox="1"/>
          <p:nvPr/>
        </p:nvSpPr>
        <p:spPr>
          <a:xfrm>
            <a:off x="8046720" y="5486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kolom baru/diubah pada ≥12 tabel inti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MIGRASI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Penyelesaian K-case Signifikan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247120" cy="45720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Masalah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Keputusan &amp;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wilayah resmi belum ditetapkan; 479.240 peserta menunjuk wilayah tak ditemukan.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6 Okt — ERD diremap, kolom *_idents ditambahkan; 2.255.893 peserta dimuat utuh.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Riwayat Dapem Induk 76,5 juta baris (2011–2026): dibawa penuh atau sebagian?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7 Okt — dibawa seluruhnya sebagai history.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kategori jenis persyaratan belum punya kolom di ERD.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9 Okt — ERD diperbaiki, +jpr_referensi +jpr_pdjid (mig_log 3043).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Bukti Potong Pajak memakai kolom bersandi (A1–N24), 24 kolom nilai tak jelas.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Kedua tabel sumber tidak dimigrasi; tabel baru dibentuk aplikasi dari unggahan Coretax.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6.130 baris lampiran pengajuan rusak (SQL Msg 7105).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9 Okt — baris rusak dikecualikan per-baris, kebijakan berlaku umum.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8 OKTOBER 2026, 14:28 WIB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Sinkronisasi DB ↔ Entity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Diukur otomatis oleh db-sync-check (read-only) — membandingkan struktur database sesungguhnya dengan entity TypeORM yang dipakai aplikasi.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2F3F8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258568"/>
            <a:ext cx="3566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A4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381 / 383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TypeORM termodelkan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tabel dbo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2F3F8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97680" y="2258568"/>
            <a:ext cx="3566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6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tersisa: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sec_role belum ada entity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2F3F8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2258568"/>
            <a:ext cx="3566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A4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613 / 206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level DB vs relasi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termodelkan di entity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2F3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relasi entity yang ada sudah punya FK di DB — tidak ada relasi “palsu”. 407 FK DB lainnya belum dimodelkan sebagai relasi entity (lihat fk-unmodeled.md); ini bukan error, melainkan relasi yang belum dibutuhkan kode aplikasi saat ini.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A4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&amp; Tindak Lanjut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Modelkan sec_role sebagai entity TypeORM — satu-satunya drift tabel yang tersisa.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260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Tuntaskan nasib 485.506 baris x_nik_valid_pajak &amp; sumber pengganti keu_tax_identity_validation.validation_status.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2976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Lanjutkan cleansing K-29: 451.501 peserta prov_id = 0 dan cacat master wilayah (20 kecamatan/149 kelurahan tanpa induk).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554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Selaraskan dokumen FSD/User Story dengan basis data (contoh: standar Kemendagri 84.965 vs 76.713 desa/kelurahan).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9260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Pertimbangkan standarisasi kode referensi pada kolom kode/inisial di tabel referensi.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217920" y="43434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2976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0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407 FK yang belum dimodelkan (fk-unmodeled.md) agar tidak terlewat saat develop fitur baru.</a:t>
            </a:r>
            <a:endParaRPr lang="en-US" sz="118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YANDU NextGen — Desain &amp; Migrasi Database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286000"/>
            <a:ext cx="4572000" cy="4572000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Jody Aryono &amp; Pak Nugi — Tim DBA ASABRI, Taskforce SOT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lengkap: presentasi/laporan-desain-migrasi-database-terakhir.md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Executive">
  <a:themeElements>
    <a:clrScheme name="MidnightExecutive">
      <a:dk1>
        <a:srgbClr val="1E2761"/>
      </a:dk1>
      <a:lt1>
        <a:srgbClr val="FFFFFF"/>
      </a:lt1>
      <a:dk2>
        <a:srgbClr val="21295C"/>
      </a:dk2>
      <a:lt2>
        <a:srgbClr val="CADCFC"/>
      </a:lt2>
      <a:accent1>
        <a:srgbClr val="1E2761"/>
      </a:accent1>
      <a:accent2>
        <a:srgbClr val="3A4A9F"/>
      </a:accent2>
      <a:accent3>
        <a:srgbClr val="CADCFC"/>
      </a:accent3>
      <a:accent4>
        <a:srgbClr val="E8664A"/>
      </a:accent4>
      <a:accent5>
        <a:srgbClr val="7C8CC9"/>
      </a:accent5>
      <a:accent6>
        <a:srgbClr val="8A94B8"/>
      </a:accent6>
      <a:hlink>
        <a:srgbClr val="3A4A9F"/>
      </a:hlink>
      <a:folHlink>
        <a:srgbClr val="7C8CC9"/>
      </a:folHlink>
    </a:clrScheme>
    <a:fontScheme name="Midnight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1566</Words>
  <Application>Microsoft Macintosh PowerPoint</Application>
  <PresentationFormat>Widescreen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MidnightExecutive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Feri Handoyo</cp:lastModifiedBy>
  <cp:revision>2</cp:revision>
  <dcterms:created xsi:type="dcterms:W3CDTF">2026-10-11T14:22:17Z</dcterms:created>
  <dcterms:modified xsi:type="dcterms:W3CDTF">2026-10-11T14:28:29Z</dcterms:modified>
</cp:coreProperties>
</file>