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3CF0-4EC0-0276-7DDF-9CE4767BF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85293-0752-9CCA-F1D0-533B84607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D4AAA-45C9-5137-9068-6A584EF3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1E67-CE99-BEEB-9CD3-08071C02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4CA25-AF81-4C55-2F2B-C8CA68C7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68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BC28-6945-082C-BE80-F0090439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211C-370F-FF4F-9301-D711DF65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C3E2E-27F6-CB3D-BD03-74362281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5C6D0-5316-16E4-33C0-035B1113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5B1A-CC62-93E1-4D0C-A611F54C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501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CD8C-E608-B7FD-EB7F-963665E6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3ACD-DFE2-3DAC-CC7A-E51F4D493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94D8B-CA10-C2F0-5C99-0DA1EEF5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9F4B-3B69-49AF-DD41-1B78EB48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E0FC-97AA-6DB8-527D-DC0B0E4C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862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F904-9615-F3D8-8AEF-89EE77DC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FE19-FCDC-C78B-D7FA-CDAF3E49D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C51F2-9ECA-90E0-9704-114B13747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3DFDD-0B9A-B99E-FBD2-F90735B4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2F8D3-41DC-F360-B6BF-98B6D8A6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0AD58-4076-AB95-05DA-F560FD62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925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FB9A-90AF-4F92-B13D-42AA9D8B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5EF51-4E49-1020-3A6E-124427CBF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1A4F8-75FA-9DD0-DE50-187236E26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3BFB2-0A27-87C7-0994-54796F29F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ED39A-8F40-510B-D39C-562B21C27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E5CF1-7813-41A8-F93E-FE2190CB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F865D-B204-0F14-FD29-3D33A015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72D22-5FB4-9460-3A7F-6708F5BC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417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BEB9-0180-E87A-49CD-D484D46C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34A48-2406-C83D-305B-0BCE1C5B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9D9EB-1E14-85E3-DE5E-2849F8FA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3FE9C-06F4-DF94-0D19-D29A394F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91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6EEF4-C37E-8277-D257-A70F9DC19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D2986-B142-476A-CB85-AFD28594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72A00-3C30-6800-CA97-E3396AB4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154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8F84-C8B5-1D28-EEB5-51A024A4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6721-4A37-1AE9-B495-C22238F33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A1405-190E-B7F9-AD2B-676D72991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474FE-E2E4-15FE-0C4C-5CBBED8F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2AD4-001E-1187-3153-E8CAFE4C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7CF5-B639-9BF2-7013-2618D193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738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FD3F-BD2B-BB59-EF5F-72BC0477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8E069-DCC5-25F9-4F2F-37D1815EA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ED51C-4B38-DAA2-2EDC-DF34A1E24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9494E-4EDE-E021-15D6-EE1ACA5D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5114B-42A2-5CDF-9A9B-CB0F8F94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BA88C-8654-B3FE-6A73-C470468F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957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117B-D1D6-1335-BC60-F40FDA12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E24E4-9809-9F01-B57E-AD623DE2D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104B-5970-FDAA-5E0B-0E4C614E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497EB-BE35-AFB6-6AA8-05978491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30E1-BF34-A386-5C44-1F84AD3C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803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3BE8B-1BEB-7289-E1E1-0A6EE7519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A6FC9-1D4E-2CCA-BD42-425B94DC2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75564-4E03-0BC9-0ECD-0B8C671D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DE16A-EEA5-CED1-9325-ED02E3E7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B12E-8F6D-5EBB-5408-4848E184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186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48D48-A0A6-9B11-09FA-75714372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393A-3531-9A8F-AFE7-8992FD587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CE6B-E176-4A38-E28D-2B492E724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155E8-B536-412C-B32D-30566C5F8682}" type="datetimeFigureOut">
              <a:rPr lang="en-ID" smtClean="0"/>
              <a:t>12/11/2025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2FEC6-F69D-E64B-864D-CDD07E41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DD37-7926-543A-13B7-333D6CCB4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6D99B-ED34-4EC6-AF4C-8177E9DEE1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833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6901-2B65-778C-D467-6D053B454F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8444F-72EB-DA58-F4A8-8DD0882F59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129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>HP 14S</dc:creator>
  <cp:lastModifiedBy>HP 14S</cp:lastModifiedBy>
  <cp:revision>1</cp:revision>
  <dcterms:created xsi:type="dcterms:W3CDTF">2025-11-12T04:29:46Z</dcterms:created>
  <dcterms:modified xsi:type="dcterms:W3CDTF">2025-11-12T04:29:48Z</dcterms:modified>
</cp:coreProperties>
</file>